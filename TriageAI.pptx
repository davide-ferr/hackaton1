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7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0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82296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QuoVado</a:t>
            </a: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Ai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Assistenza al triage e orientamento sanitario in tempo reale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progetto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5727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soccorso sovraffollati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659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Molti accessi non urgenti aumentano i tempi di attesa per tutti.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6400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9900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Difficoltà nel capire l'urgenza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3832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paziente spesso non sa se i propri sintomi richiedono davvero il pronto soccorso.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 txBox="1"/>
          <p:nvPr/>
        </p:nvSpPr>
        <p:spPr>
          <a:xfrm>
            <a:off x="6400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4074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 della struttura giusta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8006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chiaro quale ospedale o farmacia sia più adatto e raggiungibile.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QuoVado</a:t>
            </a: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F2F7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soluzione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web app che guida il paziente dal sintomo alla struttura sanitaria più adatta, in tre passaggi.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9514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Indirizzo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64261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L'utente indica dove si trova.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 txBox="1"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25526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60273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Descrizione libera (AI) oppure questionario guidato.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 txBox="1"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21538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Esito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56285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colore di urgenza e strutture consigliate.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791956" y="1280160"/>
            <a:ext cx="2286000" cy="4297680"/>
          </a:xfrm>
          <a:prstGeom prst="roundRect">
            <a:avLst>
              <a:gd name="adj" fmla="val 10000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8901684" y="1554480"/>
            <a:ext cx="2066544" cy="374904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9111996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 txBox="1"/>
          <p:nvPr/>
        </p:nvSpPr>
        <p:spPr>
          <a:xfrm>
            <a:off x="911199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660636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Indirizzo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66276" y="246888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2F7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 txBox="1"/>
          <p:nvPr/>
        </p:nvSpPr>
        <p:spPr>
          <a:xfrm>
            <a:off x="9176004" y="2578608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Descrivi i sintomi...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66276" y="3474720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 txBox="1"/>
          <p:nvPr/>
        </p:nvSpPr>
        <p:spPr>
          <a:xfrm>
            <a:off x="9066276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69196" y="4206240"/>
            <a:ext cx="731520" cy="73152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 txBox="1"/>
          <p:nvPr/>
        </p:nvSpPr>
        <p:spPr>
          <a:xfrm>
            <a:off x="9569196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28" name="Text 26"/>
          <p:cNvSpPr txBox="1"/>
          <p:nvPr/>
        </p:nvSpPr>
        <p:spPr>
          <a:xfrm>
            <a:off x="8791956" y="4206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QuoVado</a:t>
            </a: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modi per descrivere i sintomi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2F7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1051560" y="21488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10515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971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Descrizione libera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47472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L'utente scrive in linguaggio naturale cosa sta provando. Un modello AI analizza il testo ed elabora una prima valutazione di urgenza.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51560" y="52120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28090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 txBox="1"/>
          <p:nvPr/>
        </p:nvSpPr>
        <p:spPr>
          <a:xfrm>
            <a:off x="1051560" y="5212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automatica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2F7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6629400" y="21488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 txBox="1"/>
          <p:nvPr/>
        </p:nvSpPr>
        <p:spPr>
          <a:xfrm>
            <a:off x="66294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971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Questionario guidato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47472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alternativa, l'utente risponde a una serie di domande strutturate su sintomi, durata e intensità, pensate per guidarlo passo dopo passo.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9400" y="521208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0A896">
              <a:alpha val="1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 txBox="1"/>
          <p:nvPr/>
        </p:nvSpPr>
        <p:spPr>
          <a:xfrm>
            <a:off x="6629400" y="5212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dopo passo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QuoVado</a:t>
            </a: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risultato: un codice colore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Entrambi i percorsi convergono in una valutazione sintetica e immediata dell'urgenza.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ADF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64008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Bianco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urgente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237744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342900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urgente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37744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E8B800"/>
          </a:solidFill>
          <a:ln w="12700">
            <a:solidFill>
              <a:srgbClr val="E8B8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 txBox="1"/>
          <p:nvPr/>
        </p:nvSpPr>
        <p:spPr>
          <a:xfrm>
            <a:off x="621792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Giallo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2377440"/>
            <a:ext cx="2468880" cy="2468880"/>
          </a:xfrm>
          <a:prstGeom prst="roundRect">
            <a:avLst>
              <a:gd name="adj" fmla="val 3704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 txBox="1"/>
          <p:nvPr/>
        </p:nvSpPr>
        <p:spPr>
          <a:xfrm>
            <a:off x="900684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Emergenza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QuoVado</a:t>
            </a: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2F7F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6858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 txBox="1"/>
          <p:nvPr/>
        </p:nvSpPr>
        <p:spPr>
          <a:xfrm>
            <a:off x="640080" y="685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Geolocalizzazione</a:t>
            </a:r>
            <a:endParaRPr lang="en-US" sz="2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base all'indirizzo del paziente e al codice colore ottenuto, l'app propone le strutture più adatte nelle vicinanze.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470916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9784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Codici gialli e rossi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35331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Ospedali vicini, ordinati per affollamento del pronto soccorso in tempo reale.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26060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 txBox="1"/>
          <p:nvPr/>
        </p:nvSpPr>
        <p:spPr>
          <a:xfrm>
            <a:off x="47091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5786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Codici bianchi e verdi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295351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Ospedali e, in alternativa, farmacie aperte nelle vicinanze.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09160" y="42062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 txBox="1"/>
          <p:nvPr/>
        </p:nvSpPr>
        <p:spPr>
          <a:xfrm>
            <a:off x="47091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41788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Aggiornamento continuo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455371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L'elenco si aggiorna man mano che cambia l'affollamento delle strutture.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QuoVado</a:t>
            </a: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flusso, dall'inizio alla fine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8096" y="27432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 txBox="1"/>
          <p:nvPr/>
        </p:nvSpPr>
        <p:spPr>
          <a:xfrm>
            <a:off x="859536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Indirizzo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054096" y="274320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557016" y="27432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3648456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o questionario)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43016" y="274320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345936" y="27432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 txBox="1"/>
          <p:nvPr/>
        </p:nvSpPr>
        <p:spPr>
          <a:xfrm>
            <a:off x="6437376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31936" y="274320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134856" y="27432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9226296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Ospedali 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farmacie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QuoVadoAi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332</Words>
  <Application>Microsoft Office PowerPoint</Application>
  <PresentationFormat>Widescreen</PresentationFormat>
  <Paragraphs>86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David Restagno</cp:lastModifiedBy>
  <cp:revision>2</cp:revision>
  <dcterms:created xsi:type="dcterms:W3CDTF">2026-09-10T13:18:36Z</dcterms:created>
  <dcterms:modified xsi:type="dcterms:W3CDTF">2026-09-10T13:50:02Z</dcterms:modified>
</cp:coreProperties>
</file>